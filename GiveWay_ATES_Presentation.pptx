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GiveWay: Adaptive Traffic Equity System (ATES) utilizing PCE-Weighted Dynamic Phasing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rPr sz="1200" b="1">
                <a:solidFill>
                  <a:srgbClr val="333333"/>
                </a:solidFill>
                <a:latin typeface="Times New Roman"/>
              </a:rPr>
              <a:t>Presenters/Authors: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Hari Haran T, Siddharth S, Vishnu Balaji C</a:t>
            </a:r>
          </a:p>
          <a:p>
            <a:r>
              <a:rPr sz="1200" b="1">
                <a:solidFill>
                  <a:srgbClr val="333333"/>
                </a:solidFill>
                <a:latin typeface="Times New Roman"/>
              </a:rPr>
              <a:t>Institution: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NPR College of Engineering and Technology</a:t>
            </a:r>
          </a:p>
          <a:p>
            <a:r>
              <a:rPr sz="1200" b="1">
                <a:solidFill>
                  <a:srgbClr val="333333"/>
                </a:solidFill>
                <a:latin typeface="Times New Roman"/>
              </a:rPr>
              <a:t>Project Overview: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 real-time, hardware-software integrated prototype for dynamic traffic signal control based on Passenger Car Equivalent (PCE) metrics.</a:t>
            </a:r>
          </a:p>
          <a:p>
            <a:r>
              <a:rPr sz="1200" b="1">
                <a:solidFill>
                  <a:srgbClr val="333333"/>
                </a:solidFill>
                <a:latin typeface="Times New Roman"/>
              </a:rPr>
              <a:t>Aim of the Presentation: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To present the architectural design, hardware integration, and operational logic of the GiveWay prototype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Introduction to the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Urban Traffic Congestion: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Rapid urbanization has led to increased vehicular density, rendering fixed-time traffic signal controllers inefficient for fluctuating traffic patterns.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Limitations of Static Timers: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Pre-programmed traffic lights allocate equal green time regardless of the actual lane density, leading to empty lanes receiving green signals while congested lanes wait.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The Need for Adaptability: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Modern intersections require systems that can read current traffic states and dynamically allocate right-of-way to optimize throughput.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Focus on Equity: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Traffic management must account for the type of vehicles (e.g., a bus vs. a motorcycle) rather than just the raw count, to ensure true throughput equity.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Proposed Solution: The GiveWay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Core Concept:</a:t>
            </a:r>
            <a:r>
              <a:rPr sz="1200">
                <a:solidFill>
                  <a:srgbClr val="333333"/>
                </a:solidFill>
                <a:latin typeface="Times New Roman"/>
              </a:rPr>
              <a:t> GiveWay is an Adaptive Traffic Equity System (ATES) designed to replace static timers with dynamic, real-time phase allocation.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PCE-Centric Approach:</a:t>
            </a:r>
            <a:r>
              <a:rPr sz="1200">
                <a:solidFill>
                  <a:srgbClr val="333333"/>
                </a:solidFill>
                <a:latin typeface="Times New Roman"/>
              </a:rPr>
              <a:t> Utilizes Passenger Car Equivalent (PCE) weighting to calculate the actual spatial and temporal footprint of vehicles at an intersection, rather than simple vehicle counting.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Hybrid Architecture: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Combines edge-level hardware control with cloud-ready backend logic to form a responsive, scalable traffic management node.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Prototype Scope: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current iteration focuses on proving the viability of the logic and hardware integration in a controlled, single-junction prototype environment (e.g., Dindigul junction model).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Key 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Dynamic Phase Allocation: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To construct a system capable of adjusting green light durations continuously based on live lane density inputs.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Hardware-Software Synchronization: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To establish robust, low-latency communication between the traffic control hardware (Arduino/ESP32) and the decision-making backend (Node.js).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Emergency Vehicle Prioritization: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To integrate hardware interrupts (RFID) that immediately grant right-of-way to critical emergency services.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Operator Override Capabilities: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To provide authorized personnel with the ability to impose manual system states (VIP, Festival, All-Stop) via a centralized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Master-Slave Topology: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system is built on a Master-Slave architecture where a central controller dictates phase changes to individual lane nodes.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Edge Hardware Layer:</a:t>
            </a:r>
            <a:r>
              <a:rPr sz="1200">
                <a:solidFill>
                  <a:srgbClr val="333333"/>
                </a:solidFill>
                <a:latin typeface="Times New Roman"/>
              </a:rPr>
              <a:t> Comprises microcontrollers (Arduino Mega) handling direct electrical actuation of signal LEDs and reading local sensor data.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Decision Engine Layer: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 Node.js backend operates as the brain, processing incoming lane data, executing the PCE algorithms, and broadcasting state commands.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Application Interface Layer: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 React-based web dashboard and a Flutter/Dart mobile application provide real-time visualization and administrative control over the hardware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Hardware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Primary Controller: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Arduino Mega acts as the central hardware hub, chosen for its extensive GPIO pin availability necessary for multi-lane LED control.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Visual Indicators: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Standard Red, Yellow, and Green LED arrays wired in parallel with custom countdown timer displays for each lane.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Vision Sensors: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ESP32-CAM modules positioned at each lane approach to capture visual data of the current traffic state.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Emergency Detection: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RFID readers integrated at the approach nodes to detect tagged emergency vehicles and trigger hardware-level interrupts.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Software &amp; Communication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Backend Infrastructure: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Built on Node.js and Express, providing a lightweight, non-blocking environment ideal for handling concurrent hardware requests.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Communication Protocols: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Utilizes RESTful APIs for state configuration and WebSocket/Serial communication for real-time, low-latency telemetry streaming to the hardware.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Frontend Technologies: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React.js is used for the web-based tactical dashboard, ensuring modular component design and rapid UI rendering.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Mobile Interface: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Dart/Flutter framework utilized for the mobile application, ensuring cross-platform compatibility for on-the-go system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Core Logic: The PCE-Weighted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What is PCE? Passenger Car Equivalent (PCE) assigns a standardized spatial value to different vehicle classes (e.g., Two-wheeler = 0.5, Car = 1.0, Bus = 3.0).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Density Calculation: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system aggregates the PCE values of all vehicles detected in a lane to determine the total "Weight" or "Density" of that lane.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Equity over Count:</a:t>
            </a:r>
            <a:r>
              <a:rPr sz="1200">
                <a:solidFill>
                  <a:srgbClr val="333333"/>
                </a:solidFill>
                <a:latin typeface="Times New Roman"/>
              </a:rPr>
              <a:t> By using PCE, GiveWay ensures that a lane with two buses receives appropriate priority compared to a lane with three motorcycles, reflecting true spatial demand.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Algorithm Execution: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backend continuously recalculates the PCE density for all active lanes to determine the optimal next phase in the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Dynamic Phase Allocation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Continuous Polling: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master controller continuously polls the status of all four lanes at the junction.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Proportional Time Distribution: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Base green time is dynamically extended or reduced proportionally to the calculated PCE density of the active lane.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Phase Skipping:</a:t>
            </a:r>
            <a:r>
              <a:rPr sz="1200">
                <a:solidFill>
                  <a:srgbClr val="333333"/>
                </a:solidFill>
                <a:latin typeface="Times New Roman"/>
              </a:rPr>
              <a:t> If a lane registers a PCE density of zero (empty lane), the algorithm skips its phase entirely, preventing wasted green time.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Maximum Cap Limits: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Hardcoded maximum green time caps are enforced to prevent starvation of lower-density lanes, ensuring eventual right-of-way for all approaches.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Special Operational System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VIP Corridor Mode: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An administrative override that locks a specific route in a continuous green state to facilitate the uninterrupted movement of high-priority convoys.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Festival/Congestion Mode: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 specialized algorithm state triggered during known high-volume events, adjusting base timings and caps to handle sustained, heavy throughput.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All-Stop / Emergency Halt: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 global override that immediately forces all lanes to red, freezing the junction in the event of an accident or critical hazard.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Mode Switching: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These modes bypass the standard dynamic algorithm and directly actuate the hardware via the backend override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Emergency &amp; Priority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Hardware Interrupts: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RFID tags placed on emergency vehicles (ambulances, fire engines) trigger an immediate hardware interrupt when read by the lane sensors.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Preemption Sequence: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Upon detection, the system initiates a safe transition sequence (Yellow to Red) for currently active lanes.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Targeted Green Phase: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specific lane containing the emergency vehicle is granted an immediate, locked green phase until the vehicle clears the intersection.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State Restoration: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Once the RFID tag is no longer detected in the clearance zone, the system seamlessly resumes the standard PCE-weighted dynamic cycle.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Real-time Monitoring and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Tactical Web Dashboard:</a:t>
            </a:r>
            <a:r>
              <a:rPr sz="1200">
                <a:solidFill>
                  <a:srgbClr val="333333"/>
                </a:solidFill>
                <a:latin typeface="Times New Roman"/>
              </a:rPr>
              <a:t> A React-based interface providing administrators with a live, visual replica of the physical intersection's state.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Live Telemetry: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Displays current lane statuses, active countdown timers, and the operational mode currently engaged by the backend.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Incident Tracking:</a:t>
            </a:r>
            <a:r>
              <a:rPr sz="1200">
                <a:solidFill>
                  <a:srgbClr val="333333"/>
                </a:solidFill>
                <a:latin typeface="Times New Roman"/>
              </a:rPr>
              <a:t> Features a "Ghost-Lane" monitor and incident logging system to track anomalies or manual overrides.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Mobile Accessibility: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Flutter app mirrors the critical monitoring functions of the web dashboard, providing field operators with live status updates.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System Advantages and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Edge-Level Reliability: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By utilizing Arduino for direct actuation, the physical light switching remains stable even if backend cloud connectivity experiences momentary latency.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Scalable Architecture: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Node.js and REST/Socket stack allows the single-junction logic to be scaled to a multi-junction network without changing the core edge hardware.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Modular Design: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separation of hardware actuation (Arduino), decision logic (Node), and presentation (React) ensures easy maintenance and future feature additions.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Real-world Applicability: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system is designed using readily available, cost-effective components, making it a highly viable prototype for developing nations' traffic infrastructure.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Challenges and Implementation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Hardware Limitations: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Prototype hardware (Arduino/ESP32) possesses inherent processing and memory constraints compared to industrial-grade PLC controllers.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Environmental Factors: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Optical sensors (ESP32-CAMs) are susceptible to environmental noise (glare, heavy rain, low light), requiring robust physical enclosures in a real-world scenario.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Algorithm Boundary Cases: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Fine-tuning the minimum and maximum green time caps requires extensive field observation to prevent edge-case starvation scenarios.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Future Scope (AI Integration):</a:t>
            </a:r>
            <a:r>
              <a:rPr sz="1200">
                <a:solidFill>
                  <a:srgbClr val="333333"/>
                </a:solidFill>
                <a:latin typeface="Times New Roman"/>
              </a:rPr>
              <a:t> While the current system relies on direct PCE calculation logic, future iterations could integrate trained machine learning models for predictive traffic routing.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Project Summary: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GiveWay ATES successfully demonstrates a working prototype of a dynamically adaptive traffic control system.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Achieved Goals:</a:t>
            </a:r>
            <a:r>
              <a:rPr sz="1200">
                <a:solidFill>
                  <a:srgbClr val="333333"/>
                </a:solidFill>
                <a:latin typeface="Times New Roman"/>
              </a:rPr>
              <a:t> We have successfully integrated edge hardware, a centralized decision engine, and real-time monitoring interfaces into a cohesive ecosystem.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Proof of Concept:</a:t>
            </a:r>
            <a:r>
              <a:rPr sz="1200">
                <a:solidFill>
                  <a:srgbClr val="333333"/>
                </a:solidFill>
                <a:latin typeface="Times New Roman"/>
              </a:rPr>
              <a:t> The prototype validates the concept that PCE-weighted algorithms can be effectively translated into physical hardware actuation.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Final Statement:</a:t>
            </a:r>
            <a:r>
              <a:rPr sz="1200">
                <a:solidFill>
                  <a:srgbClr val="333333"/>
                </a:solidFill>
                <a:latin typeface="Times New Roman"/>
              </a:rPr>
              <a:t> GiveWay provides a robust, scalable architectural foundation for modernizing urban traffic infrastructure to be more equitable, responsive, and efficient.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